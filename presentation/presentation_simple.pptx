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Calibri"/>
              </a:defRPr>
            </a:pPr>
            <a:r>
              <a:t>Multi-Horizon Hazard Models for</a:t>
            </a:r>
            <a:br/>
            <a:r>
              <a:t>Battery Failure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Calibri"/>
              </a:defRPr>
            </a:pPr>
            <a:r>
              <a:t>Can we predict battery failure across different chemistries?</a:t>
            </a:r>
            <a:br/>
            <a:br/>
            <a:r>
              <a:t>Hussain Touhid Siddiquee et al. · Department of EEE, Leading University, Sylhet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2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10881360" cy="91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Calibri"/>
              </a:defRPr>
            </a:pP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Batteries fail over time — we want to predict failure before it happens</a:t>
            </a: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This helps EVs, phones, and grid storage operate safely</a:t>
            </a: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Previous work tested only ONE battery type (LCO laptop batteries)</a:t>
            </a: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Question 1: Do different AI models give different results?</a:t>
            </a: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Question 2: Can we train on one chemistry and predict on another?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2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Does “Failure” Mean?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10881360" cy="91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Calibri"/>
              </a:defRPr>
            </a:pP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We check two vital signs, like a doctor checking health:</a:t>
            </a: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1. State-of-Health (SOH) — battery capacity dropped below 80%</a:t>
            </a: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2. Voltage Sag — power drops suddenly before capacity fades</a:t>
            </a: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Either one triggered = “failure” label</a:t>
            </a: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Once triggered, stays triggered — batteries don’t heal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2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The Batteries We Tested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10881360" cy="91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Calibri"/>
              </a:defRPr>
            </a:pP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NASA 18650: 37 LCO cells (laptop chemistry), ~300 cycles each</a:t>
            </a: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CALCE LCO/CX2: 7 LCO cells, 775–1952 cycles each</a:t>
            </a: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Oxford LFP: 5 LFP cells (EV chemistry), ~300 cycles each</a:t>
            </a: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LCO → train. LFP → test. Train on LCO, predict on LFP? That’s the key question.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2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How We Tested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10881360" cy="91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Calibri"/>
              </a:defRPr>
            </a:pP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Four AI models: XGBoost, LightGBM, Random Forest, GRU (sequence model)</a:t>
            </a: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GRU: 1 layer, 8 hidden units (compact to avoid overfitting), sliding window of 10 cycles per cell</a:t>
            </a: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Four prediction windows: 10, 20, 30, 50 cycles ahead</a:t>
            </a: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Two calibration methods: isotonic (freehand) vs Platt (smooth curve)</a:t>
            </a: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⚠ Critical: test with SOH feature AND without 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2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Finding 1: Works on Known Batteries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10881360" cy="91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01_Within_Dataset_AU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280160"/>
            <a:ext cx="9601200" cy="573026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9436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All models (including GRU) score AUC ≥ 0.85 on NASA and CALCE — the framework is reliable on familiar chemistries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2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Finding 2: Longer Windows = Easier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10881360" cy="91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05_MultiHorizon_AU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280160"/>
            <a:ext cx="9601200" cy="605392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9436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Predicting 50 cycles ahead is easier than 10 — more time gives more data to work with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2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Finding 3: Getting Probabilities Right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10881360" cy="91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02_Calibrati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280160"/>
            <a:ext cx="9601200" cy="333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9436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Platt calibration (solid lines) always beats isotonic (dashed). Especially important for CALCE.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2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Why Platt Calibration is Better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10881360" cy="91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Calibri"/>
              </a:defRPr>
            </a:pP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Think of isotonic as drawing a freehand squiggle to fit the data:</a:t>
            </a: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• Follows every bump — works fine on small, clean datasets</a:t>
            </a: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• But overfits on messy, long-tailed data (like CALCE’s 8733 cycles)</a:t>
            </a: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Platt uses a smooth S-curve instead:</a:t>
            </a: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• Like taking a step back and seeing the big picture</a:t>
            </a: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• More robust — it doesn’t chase noise</a:t>
            </a: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CALCE: Platt AUC=0.904 vs isotonic AUC=0.694 (discrimination gain); Brier nearly identical at 0.105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2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Finding 4a: Looks Like It Works…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10881360" cy="91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03_CrossChem_With_SO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280160"/>
            <a:ext cx="9601200" cy="34628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9436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With SOH (raw AUC, trees H=20, GRU mean H): tree models 0.84–1.00; GRU 0.26–0.40. CALCE-inclusive GRU reversal (AUC≈0.03–0.12) signals class-imbalance transfer failure, not noise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2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Finding 4b: …But It’s a Trick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10881360" cy="91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04_CrossChem_No_SO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280160"/>
            <a:ext cx="9601200" cy="34628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9436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Without SOH: trees near-random (0.33–0.62); GRU near-random across all configs (AUC≈0.08–0.42 mean-H) — substantive transfer failure, not label-polarity choice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2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SHAP: XGBoost — SOH Dominates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10881360" cy="91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06a_XGBoost_SH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280160"/>
            <a:ext cx="9601200" cy="56032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9436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SHAP analysis: SOH dominates XGBoost split decisions in cross-chemistry transfer (NASA→Oxford, H=20)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2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SHAP: LightGBM — SOH Dominates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10881360" cy="91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06b_LightGBM_SH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280160"/>
            <a:ext cx="9601200" cy="56032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9436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SHAP analysis: SOH dominates LightGBM split decisions in cross-chemistry transfer (NASA→Oxford, H=20)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2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SHAP: Random Forest — SOH Dominates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10881360" cy="91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06c_RandomForest_SH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280160"/>
            <a:ext cx="9601200" cy="56032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9436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SHAP analysis: SOH dominates Random Forest split decisions in cross-chemistry transfer (NASA→Oxford, H=20)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2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SHAP: XGBoost — All Features Collapse Without SOH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10881360" cy="91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06d_XGBoost_SHAP_noSO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280160"/>
            <a:ext cx="9601200" cy="56032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9436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Without SOH, XGBoost SHAP values collapse to near-zero spread — no meaningful feature ranking (NASA→Oxford, H=20)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2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SHAP: LightGBM — All Features Collapse Without SOH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10881360" cy="91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06e_LightGBM_SHAP_noSO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280160"/>
            <a:ext cx="9601200" cy="56032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9436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Without SOH, LightGBM SHAP values collapse to near-zero spread — no meaningful feature ranking (NASA→Oxford, H=20)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2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SHAP: Random Forest — All Features Collapse Without SOH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10881360" cy="91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06f_RandomForest_SHAP_noSO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280160"/>
            <a:ext cx="9601200" cy="56032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9436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Without SOH, Random Forest SHAP values collapse to near-zero spread — no meaningful feature ranking (NASA→Oxford, H=20)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2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The “SOH Lookup Table”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10881360" cy="91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Calibri"/>
              </a:defRPr>
            </a:pP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When the model has SOH, it learns this rule:</a:t>
            </a: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“SOH = 85% → about 50 more cycles before failure”</a:t>
            </a: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It memorizes this from LCO training data</a:t>
            </a: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LFP batteries happen to have similar SOH values…</a:t>
            </a: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…so the model applies the same wrong rule to LFP</a:t>
            </a: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Result: predictions look good (high AUC)</a:t>
            </a: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But: the model learned nothing about LFP itself — just reused a lookup table</a:t>
            </a: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GRU reveals architecture-specific fragility: 8-unit hidden state shares capacity across SOH + voltage + cycle → under shift, entangled noise corrupts SOH signal. AUC swing 0.011–0.986 within a single config — the instability itself is the finding.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2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This Means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10881360" cy="91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71600" y="2011680"/>
            <a:ext cx="9418320" cy="2286000"/>
          </a:xfrm>
          <a:prstGeom prst="roundRect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0"/>
              </a:spcBef>
              <a:defRPr sz="2200" b="1">
                <a:solidFill>
                  <a:srgbClr val="E24A33"/>
                </a:solidFill>
                <a:latin typeface="Calibri"/>
              </a:defRPr>
            </a:pPr>
            <a:r>
              <a:t>The hazard framework works reliably</a:t>
            </a:r>
            <a:br/>
            <a:r>
              <a:t>within the same battery chemistry</a:t>
            </a:r>
            <a:br/>
            <a:r>
              <a:t>(AUC ≥ 0.85, including GRU).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4572000"/>
            <a:ext cx="941832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24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>
                <a:solidFill>
                  <a:srgbClr val="1A1A2E"/>
                </a:solidFill>
                <a:latin typeface="Calibri"/>
              </a:defRPr>
            </a:pPr>
            <a:r>
              <a:t>But cross-chemistry transfer remains an open problem for all model classes.</a:t>
            </a:r>
            <a:br/>
            <a:r>
              <a:t>You cannot train on LCO and deploy on LFP without SOH — and SOH is a chemistry-specific lookup key.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2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Caveats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10881360" cy="91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Calibri"/>
              </a:defRPr>
            </a:pP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Oxford LFP: only 5 cells — mitigated by Severson (141 cells) but both LFP only</a:t>
            </a: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Severson LFP: fast-charging protocol (4C discharge), voltage sag uniformly uninformative across both LFP datasets</a:t>
            </a: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Tested one direction only (LCO → LFP)</a:t>
            </a: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GRU cross-chem instability (AUC range 0.011–0.986 within one config) from distributed hidden-state entanglement under covariate shift — an informative negative result showing GRUs poorly suited to cross-chem in single-seed setting</a:t>
            </a: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Voltage sag useless for LFP (flat voltage plateau)</a:t>
            </a: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Published Brier scores could not be reproduced (code mismatch)</a:t>
            </a: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Calibration fails under cross-chem distribution shift: isotonic collapses AUC (0.98→0.51); raw AUC used instead</a:t>
            </a: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SHAP confirms SOH is the sole driver of cross-chem AUC: removing SOH collapses all SHAP values to near-zero (Figs 15–17)</a:t>
            </a: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Promising: physics-informed features (ICA/DVA), few-shot fine-tuning, domain adaptation minimizing LCO↔LFP gap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2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10881360" cy="91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Calibri"/>
              </a:defRPr>
            </a:pP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Test on larger datasets with more battery types</a:t>
            </a: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Design features that are “chemistry-agnostic”</a:t>
            </a: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GRU single-seed instability is itself the finding: distributed representations fail under chemistry shift. Multi-seed analysis + domain-adversarial training deferred</a:t>
            </a: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Test both directions: LCO→LFP AND LFP→LCO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