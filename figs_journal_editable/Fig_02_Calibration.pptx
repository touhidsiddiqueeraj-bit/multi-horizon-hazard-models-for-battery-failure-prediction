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Arial"/>
              </a:rPr>
              <a:t>Fig. 2. Probability trustworthiness for operational decisions</a:t>
            </a:r>
          </a:p>
        </p:txBody>
      </p:sp>
      <p:pic>
        <p:nvPicPr>
          <p:cNvPr id="3" name="Picture 2" descr="Fig02_Calibration_Uncertainty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987552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Arial"/>
              </a:rPr>
              <a:t>(a) Calibration and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