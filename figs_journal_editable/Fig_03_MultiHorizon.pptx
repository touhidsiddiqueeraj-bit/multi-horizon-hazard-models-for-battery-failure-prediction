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latin typeface="Arial"/>
              </a:rPr>
              <a:t>Fig. 3. Multi-horizon operational reliability behavior</a:t>
            </a:r>
          </a:p>
        </p:txBody>
      </p:sp>
      <p:pic>
        <p:nvPicPr>
          <p:cNvPr id="3" name="Picture 2" descr="Fig03_MultiHorizonRisk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914400"/>
            <a:ext cx="11064240" cy="530352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621792" y="987552"/>
            <a:ext cx="256032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latin typeface="Arial"/>
              </a:rPr>
              <a:t>(a) Multi-horizon risk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